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8A193-BF18-C9A0-949D-401124E5B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BD78F-9B8F-2007-69D2-8A32DFB79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4442E-F30D-51A5-5A1B-BCB5809F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68B36-032C-2EB3-F937-92D2936F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9B3B3D-C422-F46E-6D78-AF0C9DF2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78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B60D7-5D01-0545-B9FF-CF32BED2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0ECB1B-B96C-DB57-E668-F15BA8BA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869A3C-6582-CF48-0551-1FD389F9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1E874-7FD6-10DD-6CDD-70C3C58FE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C1DE46-4C7B-4267-A95F-4EFF1E8D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31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B5A150-6B3B-BE4C-4CB4-EC4556EA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A61F79-8D80-79A4-60E2-2BE1E4CFC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46FCA9-C112-8361-7EC8-8CEDE65B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A7259-3BBC-AEB8-8B4F-B624C70A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8BA427-49CE-A18A-49AB-3180B8AA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661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151BB-F4A1-082A-0500-E57082EC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E041E4-62FF-4379-A02F-25A7897C8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351132-790E-DE40-65E4-42376961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76019C-AE62-BD72-FDDD-47790BE0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E9C5E6-0E6E-7692-3555-F1D3162A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2BAC0D-E06A-469B-5527-3E5EB5D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28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7ACAD-1E82-2DA0-2DAD-FBDD1D36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E86D9D-A5D0-A13B-D5E3-5CE61B58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C5E176-3804-E815-5135-322408552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9D46BC-7D13-D6A8-D162-240808043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677069-1D33-51DA-FA09-49998007E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325590-357B-8B4C-A6BB-BA0EF9C7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0D2AB1-9139-0245-C116-9F2EA6C8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9E67BA-FA0A-3DAE-08C6-143159C7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86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1B99E-F270-68BB-8FB8-E06B60D1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5588E7-3D4B-07C1-E9FE-8D8B82AD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C2986E-711F-6D7F-C4BF-AF4F9F41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7C4301-391F-457B-DC27-03C75450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63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2668CB-7F51-C919-D651-B06F45F1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746C7A-A2CF-A83F-6E77-B2A15C4D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8B696B-E7FF-CA9B-F4F2-DE8A13D6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449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5F9596-37DE-B0A2-6405-86ADB7A0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CFF0B6-DC12-2F38-F6CD-B28685007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0B5643-8D64-B7E3-7B33-9600632D3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C4197A-1851-C976-65AE-E1E2E40E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2EB64-6DD7-18BB-A6FE-36EE6431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7AE7F9-F655-3EE6-6F6D-1B4B220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6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5A0A5-7328-A3A3-9CF8-43C93B5D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25D0C12-66AE-733E-590E-CF93C1891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3815FF-3225-89BF-3936-98BAD558B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9005F5-123F-C840-68F7-C49A7AC6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F43ED2-A810-F442-711C-49AEC1E2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FAD0A7-CE55-1F28-0615-582A2327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5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F2107-8BDF-4609-1FA3-19352C19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E7233E-6D7A-4849-905A-DA4E9046A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06CF8A-6672-D247-94F5-5A6B347B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65AF34-FC9C-826C-F348-78006CA6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6A33B-4FEA-044D-8E9E-FA9C7497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37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D4DCA2-0E7E-63EC-987B-9E62FACDE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3D046B-1FC8-7B59-90CE-9F125F8B7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799F4D-B5C0-634B-5D61-583F78C2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E8A4A2-0943-2E3A-AF17-91456E44F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9CA9DE-7AD0-775E-6C77-8C5968D1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97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8C586F-83CB-3B2B-2A14-274E0C48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F2C78-3FEF-DEDD-E062-41F9DFF3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02C6B-77CE-B84F-3AD8-BF276546D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7B173-2941-45F4-97BE-951FF945D21E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7411A7-2395-E852-D515-979C2FA61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0C86B5-F48A-C002-C077-FD9C08D52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74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AFD1544-B457-1E5B-44E8-B55E3D85642C}"/>
              </a:ext>
            </a:extLst>
          </p:cNvPr>
          <p:cNvSpPr/>
          <p:nvPr/>
        </p:nvSpPr>
        <p:spPr>
          <a:xfrm>
            <a:off x="1972235" y="4984376"/>
            <a:ext cx="7920000" cy="720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4E78BF1-8C16-4FBF-B7D3-391DA4CC46F1}"/>
              </a:ext>
            </a:extLst>
          </p:cNvPr>
          <p:cNvSpPr/>
          <p:nvPr/>
        </p:nvSpPr>
        <p:spPr>
          <a:xfrm>
            <a:off x="7732235" y="4010699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/>
              <a:t>I2C2</a:t>
            </a:r>
            <a:endParaRPr lang="de-DE" sz="32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57712DF-4CFC-645E-64C7-7338D2ADF5F6}"/>
              </a:ext>
            </a:extLst>
          </p:cNvPr>
          <p:cNvSpPr/>
          <p:nvPr/>
        </p:nvSpPr>
        <p:spPr>
          <a:xfrm>
            <a:off x="4852235" y="4010699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GPIO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C04BDA-013C-8CF8-C76B-7E70806AD9A3}"/>
              </a:ext>
            </a:extLst>
          </p:cNvPr>
          <p:cNvSpPr/>
          <p:nvPr/>
        </p:nvSpPr>
        <p:spPr>
          <a:xfrm>
            <a:off x="1966876" y="4010699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SPI1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B08E4F1-4399-F0BB-554D-262F8E8CF340}"/>
              </a:ext>
            </a:extLst>
          </p:cNvPr>
          <p:cNvSpPr/>
          <p:nvPr/>
        </p:nvSpPr>
        <p:spPr>
          <a:xfrm>
            <a:off x="1966875" y="3037022"/>
            <a:ext cx="2160000" cy="72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LCD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DAE02A-4A8F-365C-E726-700BDA2181E2}"/>
              </a:ext>
            </a:extLst>
          </p:cNvPr>
          <p:cNvSpPr/>
          <p:nvPr/>
        </p:nvSpPr>
        <p:spPr>
          <a:xfrm>
            <a:off x="7726874" y="3037022"/>
            <a:ext cx="2160000" cy="72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BME280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DB6DC5-9EF2-1EFB-C503-1D3ED6BF6973}"/>
              </a:ext>
            </a:extLst>
          </p:cNvPr>
          <p:cNvSpPr/>
          <p:nvPr/>
        </p:nvSpPr>
        <p:spPr>
          <a:xfrm>
            <a:off x="1966876" y="2063345"/>
            <a:ext cx="216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Waveshare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Paint, Font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57C5339-B410-6DA5-5881-859A7B67A4B6}"/>
              </a:ext>
            </a:extLst>
          </p:cNvPr>
          <p:cNvSpPr/>
          <p:nvPr/>
        </p:nvSpPr>
        <p:spPr>
          <a:xfrm>
            <a:off x="1972235" y="1089668"/>
            <a:ext cx="7919999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1"/>
                </a:solidFill>
              </a:rPr>
              <a:t>Application</a:t>
            </a:r>
            <a:r>
              <a:rPr lang="de-DE" sz="2800" dirty="0"/>
              <a:t> </a:t>
            </a:r>
            <a:r>
              <a:rPr lang="de-DE" sz="2800" dirty="0">
                <a:solidFill>
                  <a:schemeClr val="tx1"/>
                </a:solidFill>
              </a:rPr>
              <a:t>(</a:t>
            </a:r>
            <a:r>
              <a:rPr lang="de-DE" sz="2800" dirty="0" err="1">
                <a:solidFill>
                  <a:schemeClr val="tx1"/>
                </a:solidFill>
              </a:rPr>
              <a:t>business</a:t>
            </a:r>
            <a:r>
              <a:rPr lang="de-DE" sz="2800" dirty="0">
                <a:solidFill>
                  <a:schemeClr val="tx1"/>
                </a:solidFill>
              </a:rPr>
              <a:t> </a:t>
            </a:r>
            <a:r>
              <a:rPr lang="de-DE" sz="2800" dirty="0" err="1">
                <a:solidFill>
                  <a:schemeClr val="tx1"/>
                </a:solidFill>
              </a:rPr>
              <a:t>logic</a:t>
            </a:r>
            <a:r>
              <a:rPr lang="de-DE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136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Nikolai Baschinski</dc:creator>
  <cp:lastModifiedBy>Nikolai Baschinski</cp:lastModifiedBy>
  <cp:revision>3</cp:revision>
  <dcterms:created xsi:type="dcterms:W3CDTF">2026-02-11T15:02:37Z</dcterms:created>
  <dcterms:modified xsi:type="dcterms:W3CDTF">2026-03-29T11:15:20Z</dcterms:modified>
</cp:coreProperties>
</file>